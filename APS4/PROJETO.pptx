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D3440-7D1D-4371-BA20-02AB5574F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CF9DF8-7A6F-4208-B1F3-88418D1DE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7427E3-49F7-4E0B-AFC6-79E2AD16E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F68FC7-5D82-4D88-A276-36F9AF32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7E2A3F-1720-42CD-805C-A12D5436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56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061B0-5554-4174-AD3F-FC29850B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CF8869-E461-4B58-8C02-E7C11EC50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B4D88-0698-453D-8DB7-539CA17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6070B2-D724-4263-9B8E-0C93749F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AA6FC2-4752-4035-8651-B7EED671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85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34569-7E63-4301-A8B6-F422EDDC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249AF7-B645-49FA-A970-8F4DEC165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216AAF-B617-4333-BC2C-8229049B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287F19-930C-42A3-AC98-97A09634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11FC26-D80C-4D09-9D1C-6805FDF5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47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92BB9-759B-4F80-8D7B-1C3F5605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C52666-2D1D-45A1-8981-D2250D7E7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813AAD-30B2-45DA-9B61-DE04FB54D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067CE7-080E-4AFD-B48F-901E1AF0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6C2FA5-F5F0-4E20-8DC3-670F5022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85BFE2-C942-4370-8745-8FBD44E7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848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032A19-A90A-4455-9B4A-C2D3F2706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0BB5D3-E76B-48B2-8649-33631E837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F87E03-FE2A-4A42-88BC-9DB699040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338EE0-8920-4988-866F-D0F897D4B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490A8C-E011-499F-8510-B6E49DAFD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36ABBD-B66F-4D69-9923-27D993C4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3163F4-2340-46A0-8F51-A0E3147C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67C44B-CA50-4E7F-9075-25B9AA68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931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24D5F-F10D-4AB5-94BF-485F2023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9B657E-8258-4B89-890E-8C16328D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CF9DD3-78AE-420D-8BC7-4CA82B5F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E920540-3DA0-4AA8-A52A-A0610B0B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1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B61DAD0-E4FE-4995-A227-291EA987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194702-B87C-419B-87AB-24D3751C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CB71D8-A7E5-4477-9F6B-022D11A7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88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216E8-46E4-483C-811D-815C04D75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CB4972-ADB5-4148-9DB9-EA5C98D10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C366C3-5A3D-4FA3-8B34-9DD6583B3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A58A7A-7CD4-42E5-A268-0E64A879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AAA366-57C4-4EA4-A05F-A8E2162E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5AFBA8-E5E0-48FD-8D74-CF06B44D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F5E0A-20B2-4355-9D69-B1D5B95F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47DDC47-F48A-4F93-9535-A59564BE1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CC7C76-DC23-4F42-88FA-CFAEFBB50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F60507-5B91-474E-8217-54A225BE1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75AF78-C5C0-4813-8F26-73BC569C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723F7-5A50-4884-B571-580CA28B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01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EB490-E9C9-4871-8964-06601237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ABF63E-18BB-4C9B-83C5-1B924A748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DD6431-D23F-4C25-A0F3-A2756267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FF8850-BC7B-4BDF-A061-54668E6B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3235E2-5EA1-45CF-898A-179EA40F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78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2DBEDB-7D30-4120-A8D0-6F05C32A5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6C013E-A015-4E29-B669-413D9A2F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B5CAB-799D-46A6-A159-DA49EE1A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60F879-4BCD-4A46-90D8-B562955EA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D1930A-E3F2-4794-B6DE-70E3AC3C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51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28488D-78E5-42A7-BB74-672BAF8DA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F1AC6D-E5B6-4B2F-9D22-03E798DF1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AAE6B0-5440-43FF-B71B-9C423CC4F5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12E7A-D6DA-4DE5-BD4D-5132ED5C0DF2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442AEC-31CC-4F83-90DF-2575EE050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C01B81-17FB-45DB-902B-62D28C5D2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2BDBE-68BB-4CB9-981A-B7ABED87F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22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81A44-A954-40AC-BEB5-17ADD136D1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E8CE32-82A0-41EF-B532-21924B4033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C0031D8-FCBF-4824-8E54-929330738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"/>
            <a:ext cx="12192000" cy="685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0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60A38-3819-48EF-9894-3A3089C4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F841D0A2-E138-494D-8A50-889ED36E6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284" y="1825625"/>
            <a:ext cx="7789432" cy="4351338"/>
          </a:xfr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A4FF26F-221D-4746-BED0-6F6460EFF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48"/>
            <a:ext cx="12192000" cy="681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EC771-D2B6-47B6-8F69-2DC5DBC6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5C887DB-A856-4852-9EC8-5D84A5280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428" y="1825625"/>
            <a:ext cx="6781144" cy="4351338"/>
          </a:xfr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02CAAD-93D0-4881-8F94-1AD5B3907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8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78153-51EB-4E0A-A027-6C9A4249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54EF8BD-642E-447E-BC25-F1A2A3AC2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218" y="1825625"/>
            <a:ext cx="7751563" cy="435133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8662A1-DAAD-412C-9F2F-5D833D175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12"/>
            <a:ext cx="12192000" cy="68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6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1358A-454D-4BF9-B0AF-57D8B6C2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9AB2D56-39B6-44E8-B94B-3F7C9BA51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299" y="1825625"/>
            <a:ext cx="7795401" cy="435133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321241-0FE3-426D-B40A-A0F0FCB5B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55"/>
            <a:ext cx="12192000" cy="680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91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B0E07-D208-468D-AC69-D84204E9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0AA18C5-D1C6-4372-8F20-86AB28612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314" y="1825625"/>
            <a:ext cx="5639372" cy="435133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C367CA5-3E93-4C18-AFFA-44698859E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3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AD460-60F9-42E5-A02D-9F169D9D8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B6E69C7-CF64-4B1C-B5E7-6584D31DD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963" y="1825625"/>
            <a:ext cx="7854074" cy="435133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359149C-E236-4606-8D20-96FC33C20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676"/>
            <a:ext cx="12192000" cy="67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3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AE339-A988-4933-B924-EE393F39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9DD36E8-3432-4458-A072-5B7089C80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157" y="1825625"/>
            <a:ext cx="7737685" cy="435133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5814115-9E47-438F-8918-DD93AC4C8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4"/>
            <a:ext cx="12192000" cy="68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07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4A8AB-B5B1-4FB9-A16D-E387708E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E3BB8BE-8B25-4FCB-9F2A-5604E202B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665" y="1825625"/>
            <a:ext cx="7770670" cy="435133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36F8121-2209-4E31-80F7-A94EBAF8C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26"/>
            <a:ext cx="12192000" cy="682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794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1</cp:revision>
  <dcterms:created xsi:type="dcterms:W3CDTF">2026-06-08T22:40:51Z</dcterms:created>
  <dcterms:modified xsi:type="dcterms:W3CDTF">2026-06-08T22:43:55Z</dcterms:modified>
</cp:coreProperties>
</file>