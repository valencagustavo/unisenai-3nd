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9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AD3440-7D1D-4371-BA20-02AB5574F7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2CF9DF8-7A6F-4208-B1F3-88418D1DE2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D7427E3-49F7-4E0B-AFC6-79E2AD16E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BF68FC7-5D82-4D88-A276-36F9AF322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87E2A3F-1720-42CD-805C-A12D5436A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0566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6061B0-5554-4174-AD3F-FC29850B9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CF8869-E461-4B58-8C02-E7C11EC50E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C0B4D88-0698-453D-8DB7-539CA1709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36070B2-D724-4263-9B8E-0C93749F6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2AA6FC2-4752-4035-8651-B7EED6712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853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B34569-7E63-4301-A8B6-F422EDDC6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D249AF7-B645-49FA-A970-8F4DEC165E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E216AAF-B617-4333-BC2C-8229049BE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287F19-930C-42A3-AC98-97A09634D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11FC26-D80C-4D09-9D1C-6805FDF5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3475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692BB9-759B-4F80-8D7B-1C3F56056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1C52666-2D1D-45A1-8981-D2250D7E70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8813AAD-30B2-45DA-9B61-DE04FB54D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C067CE7-080E-4AFD-B48F-901E1AF0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D6C2FA5-F5F0-4E20-8DC3-670F5022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185BFE2-C942-4370-8745-8FBD44E7D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8481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032A19-A90A-4455-9B4A-C2D3F2706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70BB5D3-E76B-48B2-8649-33631E8371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CF87E03-FE2A-4A42-88BC-9DB699040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9338EE0-8920-4988-866F-D0F897D4BA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6490A8C-E011-499F-8510-B6E49DAFDD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836ABBD-B66F-4D69-9923-27D993C4B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13163F4-2340-46A0-8F51-A0E3147C5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A67C44B-CA50-4E7F-9075-25B9AA68F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9311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824D5F-F10D-4AB5-94BF-485F20231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49B657E-8258-4B89-890E-8C16328D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DCF9DD3-78AE-420D-8BC7-4CA82B5F2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E920540-3DA0-4AA8-A52A-A0610B0B9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418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B61DAD0-E4FE-4995-A227-291EA987B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194702-B87C-419B-87AB-24D3751CC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8CB71D8-A7E5-4477-9F6B-022D11A73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9881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5216E8-46E4-483C-811D-815C04D75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CB4972-ADB5-4148-9DB9-EA5C98D10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C366C3-5A3D-4FA3-8B34-9DD6583B3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CA58A7A-7CD4-42E5-A268-0E64A8798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4AAA366-57C4-4EA4-A05F-A8E2162E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25AFBA8-E5E0-48FD-8D74-CF06B44DB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07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FF5E0A-20B2-4355-9D69-B1D5B95F9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47DDC47-F48A-4F93-9535-A59564BE15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4CC7C76-DC23-4F42-88FA-CFAEFBB50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4F60507-5B91-474E-8217-54A225BE1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A75AF78-C5C0-4813-8F26-73BC569C9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C2723F7-5A50-4884-B571-580CA28BF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401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4EB490-E9C9-4871-8964-066012370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BABF63E-18BB-4C9B-83C5-1B924A748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DD6431-D23F-4C25-A0F3-A27562677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5FF8850-BC7B-4BDF-A061-54668E6B5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3235E2-5EA1-45CF-898A-179EA40F8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3780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52DBEDB-7D30-4120-A8D0-6F05C32A51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76C013E-A015-4E29-B669-413D9A2F17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4AB5CAB-799D-46A6-A159-DA49EE1A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760F879-4BCD-4A46-90D8-B562955EA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D1930A-E3F2-4794-B6DE-70E3AC3CA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5517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0E28488D-78E5-42A7-BB74-672BAF8DA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3F1AC6D-E5B6-4B2F-9D22-03E798DF1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AAE6B0-5440-43FF-B71B-9C423CC4F5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312E7A-D6DA-4DE5-BD4D-5132ED5C0DF2}" type="datetimeFigureOut">
              <a:rPr lang="pt-BR" smtClean="0"/>
              <a:t>08/06/2026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B442AEC-31CC-4F83-90DF-2575EE0508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DC01B81-17FB-45DB-902B-62D28C5D2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2BDBE-68BB-4CB9-981A-B7ABED87FA2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9229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F81A44-A954-40AC-BEB5-17ADD136D1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6E8CE32-82A0-41EF-B532-21924B4033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C0031D8-FCBF-4824-8E54-929330738C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"/>
            <a:ext cx="12192000" cy="6850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302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60A38-3819-48EF-9894-3A3089C45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F841D0A2-E138-494D-8A50-889ED36E67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1284" y="1825625"/>
            <a:ext cx="7789432" cy="4351338"/>
          </a:xfr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0A4FF26F-221D-4746-BED0-6F6460EFFE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648"/>
            <a:ext cx="12192000" cy="6810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57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4EC771-D2B6-47B6-8F69-2DC5DBC62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85C887DB-A856-4852-9EC8-5D84A5280A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428" y="1825625"/>
            <a:ext cx="6781144" cy="4351338"/>
          </a:xfr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902CAAD-93D0-4881-8F94-1AD5B39071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687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578153-51EB-4E0A-A027-6C9A4249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254EF8BD-642E-447E-BC25-F1A2A3AC2F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218" y="1825625"/>
            <a:ext cx="7751563" cy="4351338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C8662A1-DAAD-412C-9F2F-5D833D175B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012"/>
            <a:ext cx="12192000" cy="684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563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51358A-454D-4BF9-B0AF-57D8B6C21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F9AB2D56-39B6-44E8-B94B-3F7C9BA518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8299" y="1825625"/>
            <a:ext cx="7795401" cy="4351338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1E321241-0FE3-426D-B40A-A0F0FCB5B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255"/>
            <a:ext cx="12192000" cy="6805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891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6B0E07-D208-468D-AC69-D84204E9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80AA18C5-D1C6-4372-8F20-86AB28612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314" y="1825625"/>
            <a:ext cx="5639372" cy="4351338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C367CA5-3E93-4C18-AFFA-44698859E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9328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EAD460-60F9-42E5-A02D-9F169D9D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AB6E69C7-CF64-4B1C-B5E7-6584D31DD3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963" y="1825625"/>
            <a:ext cx="7854074" cy="4351338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4359149C-E236-4606-8D20-96FC33C204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676"/>
            <a:ext cx="12192000" cy="6754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539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EB0813-A6DF-416F-BC6E-B09B62BA6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F1A6A5-3B94-430B-A837-FF393FCA3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2BB8602-B32C-4853-A20C-4C80A5A19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3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931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AE339-A988-4933-B924-EE393F39B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C9DD36E8-3432-4458-A072-5B7089C807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157" y="1825625"/>
            <a:ext cx="7737685" cy="4351338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5814115-9E47-438F-8918-DD93AC4C8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4"/>
            <a:ext cx="12192000" cy="685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07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4A8AB-B5B1-4FB9-A16D-E387708E4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6E3BB8BE-8B25-4FCB-9F2A-5604E202B8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665" y="1825625"/>
            <a:ext cx="7770670" cy="4351338"/>
          </a:xfr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36F8121-2209-4E31-80F7-A94EBAF8C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426"/>
            <a:ext cx="12192000" cy="6827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8794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Aluno</dc:creator>
  <cp:lastModifiedBy>Aluno</cp:lastModifiedBy>
  <cp:revision>2</cp:revision>
  <dcterms:created xsi:type="dcterms:W3CDTF">2026-06-08T22:40:51Z</dcterms:created>
  <dcterms:modified xsi:type="dcterms:W3CDTF">2026-06-08T22:45:54Z</dcterms:modified>
</cp:coreProperties>
</file>